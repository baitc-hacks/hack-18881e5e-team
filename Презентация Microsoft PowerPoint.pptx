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F1BFCC-7C66-4B0B-FFA3-015F1C2C7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700EEAB-61DE-42BA-784A-E79BA3077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079C49-BEB0-EF6C-F160-68DD39CB4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1BE09-C800-4C46-8096-55514858FAC8}" type="datetimeFigureOut">
              <a:rPr lang="LID4096" smtClean="0"/>
              <a:t>09/23/2026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231696-301D-BCFD-EC6D-DD5DEC2C8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826C53-BA13-9BB0-3FB6-1D2C68879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FFEFF-89B9-40EA-8F79-C512282F74A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46052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95A50A-16A6-3CC6-30D8-D59C0F0AA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8BA1F5-0628-5131-3DAA-D8CD0487D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3437AC-F459-74A8-BB6F-BDF9E0CF8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1BE09-C800-4C46-8096-55514858FAC8}" type="datetimeFigureOut">
              <a:rPr lang="LID4096" smtClean="0"/>
              <a:t>09/23/2026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E59D1A-21B2-8F85-B9CC-86FA4AF13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2FA1D9-FA46-3641-1732-7224CDC8F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FFEFF-89B9-40EA-8F79-C512282F74A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2588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4C91CF-EA86-8BA2-E74A-D1BDC903D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591EEC-3A28-186D-993D-2534F1A3D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C8DC15-966E-966D-10BB-AD1542F2B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1BE09-C800-4C46-8096-55514858FAC8}" type="datetimeFigureOut">
              <a:rPr lang="LID4096" smtClean="0"/>
              <a:t>09/23/2026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B33176-CFCD-7F54-DA9A-CFE7A90FE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404870-B374-28FD-AA80-796632B7D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FFEFF-89B9-40EA-8F79-C512282F74A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89654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EAB4E5-E4D2-0872-998A-AA880B2E8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9C5444-65B8-4A69-A023-E9ABD1872A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E6EE6A9-3DF2-FE3F-E7AD-08B8CB1D3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611FC9-FA1A-E885-89E5-152D01921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1BE09-C800-4C46-8096-55514858FAC8}" type="datetimeFigureOut">
              <a:rPr lang="LID4096" smtClean="0"/>
              <a:t>09/23/2026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CF864D-A6AB-CE95-4B29-A4F2368BC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9F4471-3A48-67E0-F0C2-7A532F030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FFEFF-89B9-40EA-8F79-C512282F74A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79794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F358D4-E539-F738-9F4F-5DAAB10C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C63DB5-8A93-58C8-D750-05CFC92A3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EDE7B57-B092-63EF-1D7B-C0A55C8DB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6CEDBA4-31AD-9CB8-532F-F5E8A1240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B2F0C68-BB60-BF6A-2205-94C7989DA1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90DC723-EA35-AD6E-6331-F65D34032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1BE09-C800-4C46-8096-55514858FAC8}" type="datetimeFigureOut">
              <a:rPr lang="LID4096" smtClean="0"/>
              <a:t>09/23/2026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E9EEBAB-65E0-9CCD-5D3C-3C897F179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2F49145-26AE-4F9F-4D79-778C07991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FFEFF-89B9-40EA-8F79-C512282F74A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28027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1D0C0C-73F8-7646-86A0-6FA2FAC80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1305FA4-F6E0-01DC-6DB3-0760AD6B8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1BE09-C800-4C46-8096-55514858FAC8}" type="datetimeFigureOut">
              <a:rPr lang="LID4096" smtClean="0"/>
              <a:t>09/23/2026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E1E3425-39FF-149F-EBB7-E83381E8E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BEE7D4B-E344-5157-6E94-33F28BDE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FFEFF-89B9-40EA-8F79-C512282F74A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1373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ADD9B86-4F62-F622-976D-B4C061D6D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1BE09-C800-4C46-8096-55514858FAC8}" type="datetimeFigureOut">
              <a:rPr lang="LID4096" smtClean="0"/>
              <a:t>09/23/2026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4DB9B5E-F919-888B-FF90-F0EC395EE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C0A1E1-22A5-D376-CCCE-74F1F8E80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FFEFF-89B9-40EA-8F79-C512282F74A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4170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687B26-5320-8A67-AF21-FAC911CDF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23BDC-D5C1-A7D2-72EA-C0B99D0FA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1B3B70-7ACD-F571-A310-D76E96238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987D03-9D09-BFC6-628F-B74655033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1BE09-C800-4C46-8096-55514858FAC8}" type="datetimeFigureOut">
              <a:rPr lang="LID4096" smtClean="0"/>
              <a:t>09/23/2026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E8BD04E-CF17-B9A0-16FB-FB98E2269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D69478-8BB6-D18F-FF5A-AEBD0C4ED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FFEFF-89B9-40EA-8F79-C512282F74A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718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2B3C63-E087-ECAD-5402-22BFF7ACF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1B03EA4-B70C-9CFE-C7CA-E564F14D6B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B2DFC40-A102-7C6E-6A1C-13FDC128B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CF57911-881B-25F1-22F3-26A1C2DA8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1BE09-C800-4C46-8096-55514858FAC8}" type="datetimeFigureOut">
              <a:rPr lang="LID4096" smtClean="0"/>
              <a:t>09/23/2026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4FA0C2-3851-C418-7B06-A57ED409D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E08272-D205-F28B-8953-8C4579F47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FFEFF-89B9-40EA-8F79-C512282F74A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9180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D28CC4-3855-7D08-2A19-BFD46E939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D8D5470-460A-693D-D8F5-EDD062AF0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A13366-EF09-1CF6-1745-031B53334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1BE09-C800-4C46-8096-55514858FAC8}" type="datetimeFigureOut">
              <a:rPr lang="LID4096" smtClean="0"/>
              <a:t>09/23/2026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AB7080-D91E-89E3-AD13-FCD8E7211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E055B5-8A61-7C86-903F-DA8568EE7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FFEFF-89B9-40EA-8F79-C512282F74A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52417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2D67B19-45CA-5B92-964D-BBA437FF51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E031DD-AC7A-D8E0-E6E7-6C8903365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57EB74-DFE6-A171-55B1-BF7AE8233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1BE09-C800-4C46-8096-55514858FAC8}" type="datetimeFigureOut">
              <a:rPr lang="LID4096" smtClean="0"/>
              <a:t>09/23/2026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473258-E028-8191-C3FA-71BA0C21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D06DE5-85E1-391E-16AA-AD635CF73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FFEFF-89B9-40EA-8F79-C512282F74A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33131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0DD04A-F955-B7EF-CAD4-2EFE0DE91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499145-14B2-231D-E09B-BA1CD3E3F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2DD8B8-342E-2A17-DA5D-6220A2440B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81BE09-C800-4C46-8096-55514858FAC8}" type="datetimeFigureOut">
              <a:rPr lang="LID4096" smtClean="0"/>
              <a:t>09/23/2026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8D93EE-907E-1B90-B657-9D8E06C2D5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2E43CB-E79A-D17D-0FEC-37E493E06D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0FFEFF-89B9-40EA-8F79-C512282F74A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54066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B8FE27-44FA-6C70-1B72-11A06E891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3527" y="1122362"/>
            <a:ext cx="11376836" cy="3226353"/>
          </a:xfrm>
        </p:spPr>
        <p:txBody>
          <a:bodyPr>
            <a:normAutofit/>
          </a:bodyPr>
          <a:lstStyle/>
          <a:p>
            <a:r>
              <a:rPr lang="ru-RU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Жиналыс</a:t>
            </a:r>
            <a:r>
              <a:rPr lang="ru-RU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аудиосынан</a:t>
            </a:r>
            <a:r>
              <a:rPr lang="ru-RU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хаттама</a:t>
            </a:r>
            <a:r>
              <a:rPr lang="ru-RU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дайындау</a:t>
            </a:r>
            <a:r>
              <a:rPr lang="ru-RU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тарату</a:t>
            </a:r>
            <a:r>
              <a:rPr lang="ru-RU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жүйесі</a:t>
            </a:r>
            <a:endParaRPr lang="LID4096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718B565-890E-AD7B-711F-36C471EE2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93126" y="5422606"/>
            <a:ext cx="2714846" cy="696432"/>
          </a:xfrm>
        </p:spPr>
        <p:txBody>
          <a:bodyPr>
            <a:normAutofit/>
          </a:bodyPr>
          <a:lstStyle/>
          <a:p>
            <a:r>
              <a:rPr lang="kk-K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Макатов Ерхан</a:t>
            </a:r>
            <a:endParaRPr lang="LID4096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69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E9EAEC5-2901-4E0F-88F0-85EC0272C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467" y="511280"/>
            <a:ext cx="11799065" cy="583544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1-кезең.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Аудионы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мәтінге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айналдыру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дауыс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кеңістігін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құру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Мақсаты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аудиодан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мәтін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дауыс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ерекшеліктерін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шығару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тұрақты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қатысушылардың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дауыс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профильдерімен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сәйкестендіруге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дайындау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Кіріс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деректері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аудиожазба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қатысушылар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тізімі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бар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болса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бұрын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расталған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дауыс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үлгілері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Орындалатын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жұмыстар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Қазақша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орысша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аралас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сөйлеуді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мәтінге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айналдыру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үзіндінің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басталу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аяқталу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уақытын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белгілеу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Интонация, тембр,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дауыс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биіктігі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сөйлеу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ырғағын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талдау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сөйлеу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үзіндісінің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сандық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дауыс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векторын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Тұрақты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қатысушылардың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расталған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дауыс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үлгілерінен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жеке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дауыс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профильдерін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қалыптастыру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Дауыс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профильдерін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қатысушының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аты-жөнімен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байланыстырып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сақтау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Жаңа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аудиодағы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дауыс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векторларын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сақталған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профильдермен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салыстыру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жаңа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кездескен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есімдерден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ақымдық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жиналыс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аясында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жиынын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Сәйкестік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жеткіліксіз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болса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қатысушыны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Анықталмаған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деп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белгілеу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Шығыс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нәтижесі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уақыт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белгілері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бар транскрипт +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дауыс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векторлары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тұрақты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қатысушылардың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дауыс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профильдері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ұсынылған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сәйкестіктер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Келесі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кезең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сөйлеу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үзінділерін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қатысушылар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топтастыру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сәйкестіктерді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тексеру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8710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3D3643A-F648-D435-9D42-D77632DED3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0675" y="503644"/>
            <a:ext cx="11049917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2-кезең. Қатысушыларды ажырату және сәйкестендіру</a:t>
            </a:r>
            <a:endParaRPr kumimoji="0" lang="kk-KZ" altLang="LID4096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Мақсаты: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кімнің қай уақытта не айтқанын анықтау.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Кіріс деректері: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бірінші кезеңдегі транскрипт, уақыт белгілері, дауыс векторлары, қатысушылардың дауыс профильдері және ұсынылған сәйкестіктер.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Орындалатын жұмыстар: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Дауыс векторлары бойынша сөйлеу үзінділерін қатысушыларға топтастыру.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Бір қатысушының әр уақытта айтқан сөздерін бір ID-ге біріктіру.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Тұрақты қатысушыларға ұсынылған сәйкестіктерді тексеріп, расталғандарын аты-жөнімен байланыстыру.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Профилі жоқ қатысушыларға SPK_01, SPK_02 сияқты шартты ID тағайындау.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Әр мәтін үзіндісіне қатысушының ID-сін және анықталған жағдайда аты-жөнін қосу.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Қатар сөйлеген және сәйкестігі күмәнді бөліктерді тексеруге белгілеу.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Жаңа қатысушының аты-жөні расталғаннан кейін дауыс профилін базаға қосу.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Шығыс нәтижесі: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уақыт белгісі + мәтін + қатысушы ID-сі + расталған аты-жөні немесе «Анықталмаған» белгісі.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Келесі кезең: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мәтіннен тапсырмаларды, жауаптыларды, мерзімдерді және күтілетін нәтижелерді бөліп алу.</a:t>
            </a:r>
          </a:p>
        </p:txBody>
      </p:sp>
    </p:spTree>
    <p:extLst>
      <p:ext uri="{BB962C8B-B14F-4D97-AF65-F5344CB8AC3E}">
        <p14:creationId xmlns:p14="http://schemas.microsoft.com/office/powerpoint/2010/main" val="1902391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EAEFB57-7C25-24EA-2830-88F82BEE6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549" y="233916"/>
            <a:ext cx="11717079" cy="64008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3-кезең.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Тапсырмаларды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талдау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ИИ-і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Мақсаты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жиналыста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берілген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тапсырмаларды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анықтап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құрылымды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тізімге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айналдыру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Кіріс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деректері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қатысушылармен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белгіленген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транскрипт,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уақыт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белгілері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жиналыс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күні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контекст.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Орындалатын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жұмыстар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Нақты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тапсырмаларды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ұсыныстар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жалпы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талқылаудан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ажырату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Орындалуы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тиіс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әрекетті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анықтау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Тапсырмаға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жауапты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қатысушыны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бөлімді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анықтау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Орындау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мерзімін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бөліп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Күтілетін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нәтижені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анықтау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Кейін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өзгертілген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тоқтатылған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тапсырмаларды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ескеру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тапсырмаға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дәлел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болатын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мәтін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үзіндісі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уақыт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белгісін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тіркеу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Айтылмаған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екіұшты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Нақтылау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қажет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деп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белгілеу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Шығыс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нәтижесі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тапсырма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әрекет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жауапты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мерзім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күтілетін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нәтиже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дәлел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үзіндісі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Келесі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кезең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тапсырмалардың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бастапқы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транскриптке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сәйкестігін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тексеру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LID4096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647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AD2C39B-1994-5915-B1A1-686BF1082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120"/>
            <a:ext cx="11621386" cy="661345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4-кезең.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Тексеру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ИИ-і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Мақсаты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3-кезеңде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шығарылған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тапсырмаларды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1–2-кезеңдердегі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бастапқы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деректермен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салыстырып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тексеру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Кіріс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деректері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1-кезеңнен: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бастапқы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транскрипт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уақыт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белгілері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2-кезеңнен: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қатысушылардың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анықталған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аты-жөні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қосылған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транскрипт.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3-кезеңнен: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тапсырмалар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жауаптылар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мерзімдер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күтілетін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нәтижелер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Орындалатын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жұмыстар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3-кезеңдегі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тапсырманы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1-кезеңдегі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мәтінмен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салыстыру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3-кезеңдегі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жауаптыны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2-кезеңдегі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қатысушы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деректерімен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тапсырма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берілген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мәтін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үзіндісімен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салыстыру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3-кезеңдегі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мерзім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күтілетін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нәтижені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1-кезеңдегі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мәтінмен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салыстыру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Толық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транскрипттен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кейінгі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өзгерістер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тапсырманың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тоқтатылуын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тексеру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Бастапқы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мәтінде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жоқ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негізсіз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қосылған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анықтау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Күмәнді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бөліктерді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1-кезеңдегі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уақыт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белгілері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бастапқы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аудиодан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тексеруге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ұсыну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Қайшылықтар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белгісіз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Нақтылау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қажет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деп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белгілеу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Шығыс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нәтижесі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тексерілген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тапсырмалар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тексеру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мәртебелері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дәлел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үзінділері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нақтылау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қажет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тармақтар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LID4096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451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7A5DF67-DEAC-D8CE-F164-BF07BD84C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2" y="361507"/>
            <a:ext cx="11056088" cy="58154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5-кезең.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Хаттама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құрастыру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модулі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Мақсаты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тексерілген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мазмұнды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ресми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хаттама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құрылымына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келтіру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Кіріс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деректері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4-кезеңнен: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тексерілген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мазмұн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нақтылау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қажет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тармақтар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Жиналыс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атауы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күні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қатысушылар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тізімі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Құжат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үлгісі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хаттаманың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бекітілген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құрылымы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Орындалатын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жұмыстар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Тексерілген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мазмұнды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құжат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үлгісіне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орналастыру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Тапсырмаларды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жауаптыларымен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мерзімдерімен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күтілетін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нәтижелерімен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рәсімдеу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Нақтылау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қажет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тармақтарды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белгілеу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Хаттама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жобасын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DOCX/PDF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форматында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дайындау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Шығыс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нәтижесі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адам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тексеріп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бекітетін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DOCX/PDF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хаттама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жобасы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6438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7FC4263-EA23-1F2E-D1A7-29D440956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71" y="467833"/>
            <a:ext cx="11376836" cy="570913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6-кезең.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Хаттаманы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тарату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модулі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Мақсаты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бекітілген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хаттаманы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тиісті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қатысушыларға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жеткізу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Кіріс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деректері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5-кезеңнен: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адам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тексеріп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бекіткен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DOCX/PDF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хаттамасы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Алушылар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тізімі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қатысушылар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жауапты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тұлғалардың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байланыс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Жіберу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арнасы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электрондық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пошта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ұйымның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корпоративтік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жүйесі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Орындалатын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жұмыстар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Хаттаманың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бекітілгенін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тексеру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Бекітілген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алушылар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тізімі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хабарлама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дайындау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Хаттаманы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тіркеп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оған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сілтеме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беріп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жіберу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Жіберу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уақытын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алушы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жіберу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мәртебесін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тіркеу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Жіберілмеген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хабарламаларды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белгілеу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Шығыс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нәтижесі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таратылған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хаттама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алушылар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жіберу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есебі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174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A3016DF-46F2-4BCB-68EC-D8177B072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935" y="446567"/>
            <a:ext cx="10917865" cy="57303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Қортынды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Жүйе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жиналыс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аудиосын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мәтінге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айналдырады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қатысушыларды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дауыс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ерекшеліктері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ажыратады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тапсырмаларды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жауаптыларды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мерзімдер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күтілетін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нәтижелерді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анықтайды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Алынған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бастапқы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транскриптпен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салыстырылып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тексерілген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мазмұннан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DOCX/PDF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форматындағы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хаттама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жобасы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құрастырылады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Адам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тексеріп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бекіткеннен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кейін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хаттама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тиісті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алушыларға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жіберіліп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жіберу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мәртебелері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тіркеледі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LID4096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8639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803</Words>
  <Application>Microsoft Office PowerPoint</Application>
  <PresentationFormat>Широкоэкранный</PresentationFormat>
  <Paragraphs>86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Тема Office</vt:lpstr>
      <vt:lpstr>Жиналыс аудиосынан хаттама дайындау және тарату жүйесі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Yerkhan</dc:creator>
  <cp:lastModifiedBy>Yerkhan</cp:lastModifiedBy>
  <cp:revision>3</cp:revision>
  <dcterms:created xsi:type="dcterms:W3CDTF">2026-09-23T11:14:14Z</dcterms:created>
  <dcterms:modified xsi:type="dcterms:W3CDTF">2026-09-23T11:52:18Z</dcterms:modified>
</cp:coreProperties>
</file>